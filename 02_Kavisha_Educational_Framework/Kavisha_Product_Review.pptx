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B73AF-EEC2-482D-B2A9-B2278759D1B8}" v="4" dt="2026-06-10T12:37:21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sha Nawanjani" userId="8eb8bc18-677a-4bff-8391-3a7b1026e05d" providerId="ADAL" clId="{5D34B07E-8721-4C65-BFF4-34407A928E76}"/>
    <pc:docChg chg="undo custSel modSld">
      <pc:chgData name="Kavisha Nawanjani" userId="8eb8bc18-677a-4bff-8391-3a7b1026e05d" providerId="ADAL" clId="{5D34B07E-8721-4C65-BFF4-34407A928E76}" dt="2026-06-10T11:52:39.770" v="21" actId="113"/>
      <pc:docMkLst>
        <pc:docMk/>
      </pc:docMkLst>
      <pc:sldChg chg="modSp mod">
        <pc:chgData name="Kavisha Nawanjani" userId="8eb8bc18-677a-4bff-8391-3a7b1026e05d" providerId="ADAL" clId="{5D34B07E-8721-4C65-BFF4-34407A928E76}" dt="2026-06-10T11:52:39.770" v="21" actId="113"/>
        <pc:sldMkLst>
          <pc:docMk/>
          <pc:sldMk cId="0" sldId="256"/>
        </pc:sldMkLst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5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9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12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13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15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22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25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26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29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30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32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07:20:27.297" v="3" actId="1076"/>
          <ac:spMkLst>
            <pc:docMk/>
            <pc:sldMk cId="0" sldId="256"/>
            <ac:spMk id="34" creationId="{00000000-0000-0000-0000-000000000000}"/>
          </ac:spMkLst>
        </pc:spChg>
        <pc:spChg chg="mod ord">
          <ac:chgData name="Kavisha Nawanjani" userId="8eb8bc18-677a-4bff-8391-3a7b1026e05d" providerId="ADAL" clId="{5D34B07E-8721-4C65-BFF4-34407A928E76}" dt="2026-06-10T07:21:07.212" v="10" actId="2763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07:09:52.648" v="1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07:20:37.257" v="5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39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07:38:47.961" v="13" actId="1410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43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49" v="18" actId="113"/>
          <ac:spMkLst>
            <pc:docMk/>
            <pc:sldMk cId="0" sldId="256"/>
            <ac:spMk id="46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17.698" v="16" actId="113"/>
          <ac:spMkLst>
            <pc:docMk/>
            <pc:sldMk cId="0" sldId="256"/>
            <ac:spMk id="48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25.214" v="17" actId="113"/>
          <ac:spMkLst>
            <pc:docMk/>
            <pc:sldMk cId="0" sldId="256"/>
            <ac:spMk id="50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9.770" v="21" actId="113"/>
          <ac:spMkLst>
            <pc:docMk/>
            <pc:sldMk cId="0" sldId="256"/>
            <ac:spMk id="52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1.936" v="20" actId="113"/>
          <ac:spMkLst>
            <pc:docMk/>
            <pc:sldMk cId="0" sldId="256"/>
            <ac:spMk id="53" creationId="{00000000-0000-0000-0000-000000000000}"/>
          </ac:spMkLst>
        </pc:spChg>
        <pc:spChg chg="mod">
          <ac:chgData name="Kavisha Nawanjani" userId="8eb8bc18-677a-4bff-8391-3a7b1026e05d" providerId="ADAL" clId="{5D34B07E-8721-4C65-BFF4-34407A928E76}" dt="2026-06-10T11:52:30.764" v="19" actId="27636"/>
          <ac:spMkLst>
            <pc:docMk/>
            <pc:sldMk cId="0" sldId="256"/>
            <ac:spMk id="54" creationId="{00000000-0000-0000-0000-000000000000}"/>
          </ac:spMkLst>
        </pc:spChg>
      </pc:sldChg>
    </pc:docChg>
  </pc:docChgLst>
  <pc:docChgLst>
    <pc:chgData name="Kavisha Nawanjani Sudusinghe (Student)" userId="e24c3674-dc7b-45e3-92d7-419dc67fd238" providerId="ADAL" clId="{5D34B07E-8721-4C65-BFF4-34407A928E76}"/>
    <pc:docChg chg="modSld">
      <pc:chgData name="Kavisha Nawanjani Sudusinghe (Student)" userId="e24c3674-dc7b-45e3-92d7-419dc67fd238" providerId="ADAL" clId="{5D34B07E-8721-4C65-BFF4-34407A928E76}" dt="2026-06-10T12:45:56.644" v="11" actId="1076"/>
      <pc:docMkLst>
        <pc:docMk/>
      </pc:docMkLst>
      <pc:sldChg chg="modSp mod">
        <pc:chgData name="Kavisha Nawanjani Sudusinghe (Student)" userId="e24c3674-dc7b-45e3-92d7-419dc67fd238" providerId="ADAL" clId="{5D34B07E-8721-4C65-BFF4-34407A928E76}" dt="2026-06-10T12:45:56.644" v="11" actId="1076"/>
        <pc:sldMkLst>
          <pc:docMk/>
          <pc:sldMk cId="0" sldId="256"/>
        </pc:sldMkLst>
        <pc:spChg chg="mod">
          <ac:chgData name="Kavisha Nawanjani Sudusinghe (Student)" userId="e24c3674-dc7b-45e3-92d7-419dc67fd238" providerId="ADAL" clId="{5D34B07E-8721-4C65-BFF4-34407A928E76}" dt="2026-06-10T12:45:56.644" v="1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Kavisha Nawanjani Sudusinghe (Student)" userId="e24c3674-dc7b-45e3-92d7-419dc67fd238" providerId="ADAL" clId="{5D34B07E-8721-4C65-BFF4-34407A928E76}" dt="2026-06-10T12:45:39.179" v="9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visha Nawanjani Sudusinghe (Student)" userId="e24c3674-dc7b-45e3-92d7-419dc67fd238" providerId="ADAL" clId="{5D34B07E-8721-4C65-BFF4-34407A928E76}" dt="2026-06-10T12:45:51.435" v="10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82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1) Report, 2) HTML/static prototype, 3) Figma if needed, 4) Toolkit integration. Keep repeating: this is not a full LMS; it is a practical WordPress/WooCommerce-compatible educational framework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document/d/1FQHEuJFokolMT5ivhystPUMhPGtFY40V/edit" TargetMode="External"/><Relationship Id="rId3" Type="http://schemas.openxmlformats.org/officeDocument/2006/relationships/hyperlink" Target="Educational_Framework_Improvement_Report.docx" TargetMode="External"/><Relationship Id="rId7" Type="http://schemas.openxmlformats.org/officeDocument/2006/relationships/hyperlink" Target="Toolkit_Version_1.doc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igma.com/design/Cp7Sitf12O0geL7HSTyaAI/Untitled?node-id=0-1&amp;t=Ua9Rsdp5p6DXUA2t-0" TargetMode="External"/><Relationship Id="rId5" Type="http://schemas.openxmlformats.org/officeDocument/2006/relationships/hyperlink" Target="https://www.figma.com/design/Cp7Sitf12O0geL7HSTyaAI/Untitled?node-id=0-1&amp;t=sru4zCwmCUy9tRSQ-1" TargetMode="External"/><Relationship Id="rId10" Type="http://schemas.openxmlformats.org/officeDocument/2006/relationships/hyperlink" Target="file:///C:\Users\kavis\OneDrive%20-%20Adelaide%20University\Product%20Review\aphrodites_harvest_mockup.html" TargetMode="External"/><Relationship Id="rId4" Type="http://schemas.openxmlformats.org/officeDocument/2006/relationships/hyperlink" Target="file:///C:\Users\kavis\OneDrive%20-%20Adelaide%20University\Product%20Review\Educational_Framework_Improvement_Report.docx" TargetMode="External"/><Relationship Id="rId9" Type="http://schemas.openxmlformats.org/officeDocument/2006/relationships/hyperlink" Target="Aphrodites_Harvest_Mockup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2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sz="2000" dirty="0"/>
          </a:p>
        </p:txBody>
      </p:sp>
      <p:sp>
        <p:nvSpPr>
          <p:cNvPr id="3" name="Text 1"/>
          <p:cNvSpPr/>
          <p:nvPr/>
        </p:nvSpPr>
        <p:spPr>
          <a:xfrm>
            <a:off x="327816" y="587455"/>
            <a:ext cx="51206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C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Kavisha Nawanjani Sudusinghe   |   </a:t>
            </a:r>
            <a:r>
              <a:rPr lang="en-US" sz="1600" b="1" dirty="0">
                <a:solidFill>
                  <a:srgbClr val="FFC72C"/>
                </a:solidFill>
                <a:latin typeface="Aptos" pitchFamily="34" charset="0"/>
              </a:rPr>
              <a:t> 2982100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84320" y="87708"/>
            <a:ext cx="51206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Review Evidences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54676" y="496668"/>
            <a:ext cx="609848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F3E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Framework • Prototype Improvements • Self-Management Toolkit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60704"/>
            <a:ext cx="4572000" cy="48920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8D3A2"/>
            </a:solidFill>
            <a:prstDash val="solid"/>
          </a:ln>
          <a:effectLst>
            <a:outerShdw blurRad="25400" dist="12700" dir="2700000" algn="bl" rotWithShape="0">
              <a:srgbClr val="3E2000">
                <a:alpha val="12000"/>
              </a:srgbClr>
            </a:outerShdw>
          </a:effectLst>
        </p:spPr>
        <p:txBody>
          <a:bodyPr/>
          <a:lstStyle/>
          <a:p>
            <a:endParaRPr lang="en-AU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225296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E2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Individual Contribution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609344"/>
            <a:ext cx="3977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educational framework that converts a flat course catalogue into a guided learning experience within the existing WordPress / WooCommerce model</a:t>
            </a:r>
            <a:r>
              <a:rPr lang="en-US" sz="1400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8952" y="2414016"/>
            <a:ext cx="301752" cy="301752"/>
          </a:xfrm>
          <a:prstGeom prst="ellipse">
            <a:avLst/>
          </a:prstGeom>
          <a:solidFill>
            <a:srgbClr val="FFC72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301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70432" y="2395728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Live-site bottleneck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615184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Courses, Support, Events, Contact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" y="3008376"/>
            <a:ext cx="301752" cy="301752"/>
          </a:xfrm>
          <a:prstGeom prst="ellipse">
            <a:avLst/>
          </a:prstGeom>
          <a:solidFill>
            <a:srgbClr val="FFC72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14" name="Text 12"/>
          <p:cNvSpPr/>
          <p:nvPr/>
        </p:nvSpPr>
        <p:spPr>
          <a:xfrm>
            <a:off x="758952" y="3017520"/>
            <a:ext cx="301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70432" y="2990088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Four-level learning 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3209544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→ Intermediate → Specialist → Advanced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" y="3602736"/>
            <a:ext cx="301752" cy="301752"/>
          </a:xfrm>
          <a:prstGeom prst="ellipse">
            <a:avLst/>
          </a:prstGeom>
          <a:solidFill>
            <a:srgbClr val="FFC72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18" name="Text 16"/>
          <p:cNvSpPr/>
          <p:nvPr/>
        </p:nvSpPr>
        <p:spPr>
          <a:xfrm>
            <a:off x="758952" y="3611880"/>
            <a:ext cx="301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70432" y="3584448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improvements (Figma and HTML Mockups)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3803904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selector, descriptors, support tips, review prompt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" y="4197096"/>
            <a:ext cx="301752" cy="301752"/>
          </a:xfrm>
          <a:prstGeom prst="ellipse">
            <a:avLst/>
          </a:prstGeom>
          <a:solidFill>
            <a:srgbClr val="FFC72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22" name="Text 20"/>
          <p:cNvSpPr/>
          <p:nvPr/>
        </p:nvSpPr>
        <p:spPr>
          <a:xfrm>
            <a:off x="758952" y="4206240"/>
            <a:ext cx="301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70432" y="4178808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feasibility mapping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4398264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WooCommerce, Elementor, forms, links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" y="4791456"/>
            <a:ext cx="301752" cy="301752"/>
          </a:xfrm>
          <a:prstGeom prst="ellipse">
            <a:avLst/>
          </a:prstGeom>
          <a:solidFill>
            <a:srgbClr val="FFC72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26" name="Text 24"/>
          <p:cNvSpPr/>
          <p:nvPr/>
        </p:nvSpPr>
        <p:spPr>
          <a:xfrm>
            <a:off x="758952" y="4800600"/>
            <a:ext cx="301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70432" y="4773168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Toolkit integration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4992624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handover and self-management guidance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1005840"/>
            <a:ext cx="3154680" cy="4892040"/>
          </a:xfrm>
          <a:prstGeom prst="roundRect">
            <a:avLst>
              <a:gd name="adj" fmla="val 3478"/>
            </a:avLst>
          </a:prstGeom>
          <a:solidFill>
            <a:srgbClr val="FFFDF5"/>
          </a:solidFill>
          <a:ln w="12700">
            <a:solidFill>
              <a:srgbClr val="E8D3A2"/>
            </a:solidFill>
            <a:prstDash val="solid"/>
          </a:ln>
          <a:effectLst>
            <a:outerShdw blurRad="25400" dist="12700" dir="2700000" algn="bl" rotWithShape="0">
              <a:srgbClr val="3E2000">
                <a:alpha val="12000"/>
              </a:srgbClr>
            </a:outerShdw>
          </a:effectLst>
        </p:spPr>
        <p:txBody>
          <a:bodyPr/>
          <a:lstStyle/>
          <a:p>
            <a:endParaRPr lang="en-AU" sz="2000"/>
          </a:p>
        </p:txBody>
      </p:sp>
      <p:sp>
        <p:nvSpPr>
          <p:cNvPr id="30" name="Text 28"/>
          <p:cNvSpPr/>
          <p:nvPr/>
        </p:nvSpPr>
        <p:spPr>
          <a:xfrm>
            <a:off x="5623560" y="1225296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E2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Links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623560" y="2148840"/>
            <a:ext cx="26060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8D3A2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33" name="Text 31">
            <a:hlinkClick r:id="rId3"/>
          </p:cNvPr>
          <p:cNvSpPr/>
          <p:nvPr/>
        </p:nvSpPr>
        <p:spPr>
          <a:xfrm>
            <a:off x="5779008" y="2221992"/>
            <a:ext cx="2240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</a:t>
            </a:r>
            <a:endParaRPr lang="en-US" sz="1400" dirty="0"/>
          </a:p>
          <a:p>
            <a:pPr marL="0" indent="0" algn="l">
              <a:buNone/>
            </a:pPr>
            <a:r>
              <a:rPr lang="en-US" sz="1400" u="sng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Educational Framework Report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23560" y="2807208"/>
            <a:ext cx="26060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8D3A2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36" name="Shape 34"/>
          <p:cNvSpPr/>
          <p:nvPr/>
        </p:nvSpPr>
        <p:spPr>
          <a:xfrm>
            <a:off x="5623560" y="3465576"/>
            <a:ext cx="26060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8D3A2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37" name="Text 35">
            <a:hlinkClick r:id="rId5"/>
          </p:cNvPr>
          <p:cNvSpPr/>
          <p:nvPr/>
        </p:nvSpPr>
        <p:spPr>
          <a:xfrm>
            <a:off x="5806440" y="2891743"/>
            <a:ext cx="2240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Figma Prototype</a:t>
            </a:r>
            <a:endParaRPr lang="en-US" sz="1400" dirty="0"/>
          </a:p>
          <a:p>
            <a:pPr marL="0" indent="0" algn="l">
              <a:buNone/>
            </a:pPr>
            <a:r>
              <a:rPr lang="en-US" sz="1400" u="sng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Figma design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623560" y="4123944"/>
            <a:ext cx="26060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8D3A2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39" name="Text 37">
            <a:hlinkClick r:id="rId7"/>
          </p:cNvPr>
          <p:cNvSpPr/>
          <p:nvPr/>
        </p:nvSpPr>
        <p:spPr>
          <a:xfrm>
            <a:off x="5779008" y="4197096"/>
            <a:ext cx="2240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Toolkit</a:t>
            </a:r>
            <a:endParaRPr lang="en-US" sz="1400" dirty="0"/>
          </a:p>
          <a:p>
            <a:pPr marL="0" indent="0" algn="l">
              <a:buNone/>
            </a:pPr>
            <a:r>
              <a:rPr lang="en-US" sz="1400" u="sng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Self-Management Toolkit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778239" y="1005840"/>
            <a:ext cx="2941009" cy="4892040"/>
          </a:xfrm>
          <a:prstGeom prst="roundRect">
            <a:avLst>
              <a:gd name="adj" fmla="val 3871"/>
            </a:avLst>
          </a:prstGeom>
          <a:solidFill>
            <a:srgbClr val="E8F5F1"/>
          </a:solidFill>
          <a:ln w="12700">
            <a:solidFill>
              <a:srgbClr val="B8DCD1"/>
            </a:solidFill>
            <a:prstDash val="solid"/>
          </a:ln>
          <a:effectLst>
            <a:outerShdw blurRad="25400" dist="12700" dir="2700000" algn="bl" rotWithShape="0">
              <a:srgbClr val="3E2000">
                <a:alpha val="12000"/>
              </a:srgbClr>
            </a:outerShdw>
          </a:effectLst>
        </p:spPr>
        <p:txBody>
          <a:bodyPr/>
          <a:lstStyle/>
          <a:p>
            <a:endParaRPr lang="en-AU" sz="2000"/>
          </a:p>
        </p:txBody>
      </p:sp>
      <p:sp>
        <p:nvSpPr>
          <p:cNvPr id="43" name="Text 41"/>
          <p:cNvSpPr/>
          <p:nvPr/>
        </p:nvSpPr>
        <p:spPr>
          <a:xfrm>
            <a:off x="8853202" y="1214379"/>
            <a:ext cx="3338493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E2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Alignment of Contribution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052560" y="2240280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Contribution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52560" y="2500884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+ prototype + toolkit integration</a:t>
            </a:r>
            <a:endParaRPr lang="en-US" sz="1100" b="1" dirty="0"/>
          </a:p>
        </p:txBody>
      </p:sp>
      <p:sp>
        <p:nvSpPr>
          <p:cNvPr id="47" name="Text 45"/>
          <p:cNvSpPr/>
          <p:nvPr/>
        </p:nvSpPr>
        <p:spPr>
          <a:xfrm>
            <a:off x="9052560" y="3113065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Understanding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52560" y="3415564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IA, user flow, WordPress feasibility</a:t>
            </a:r>
            <a:endParaRPr lang="en-US" sz="1100" b="1" dirty="0"/>
          </a:p>
        </p:txBody>
      </p:sp>
      <p:sp>
        <p:nvSpPr>
          <p:cNvPr id="49" name="Text 47"/>
          <p:cNvSpPr/>
          <p:nvPr/>
        </p:nvSpPr>
        <p:spPr>
          <a:xfrm>
            <a:off x="9052560" y="3785616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Alignment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52560" y="4037076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Low-cost, maintainable, no rebuild</a:t>
            </a:r>
            <a:endParaRPr lang="en-US" sz="1100" b="1" dirty="0"/>
          </a:p>
        </p:txBody>
      </p:sp>
      <p:sp>
        <p:nvSpPr>
          <p:cNvPr id="51" name="Text 49"/>
          <p:cNvSpPr/>
          <p:nvPr/>
        </p:nvSpPr>
        <p:spPr>
          <a:xfrm>
            <a:off x="9052560" y="4428495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75420" y="4723996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2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Tables, diagrams, mockup, handover guide</a:t>
            </a:r>
            <a:endParaRPr lang="en-US" sz="1100" b="1" dirty="0"/>
          </a:p>
        </p:txBody>
      </p:sp>
      <p:sp>
        <p:nvSpPr>
          <p:cNvPr id="53" name="Shape 51"/>
          <p:cNvSpPr/>
          <p:nvPr/>
        </p:nvSpPr>
        <p:spPr>
          <a:xfrm>
            <a:off x="502920" y="6108192"/>
            <a:ext cx="11109960" cy="457200"/>
          </a:xfrm>
          <a:prstGeom prst="roundRect">
            <a:avLst>
              <a:gd name="adj" fmla="val 20000"/>
            </a:avLst>
          </a:prstGeom>
          <a:solidFill>
            <a:srgbClr val="3E2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54" name="Text 52"/>
          <p:cNvSpPr/>
          <p:nvPr/>
        </p:nvSpPr>
        <p:spPr>
          <a:xfrm>
            <a:off x="749808" y="6208776"/>
            <a:ext cx="10607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a documented, client-aligned framework with prototype evidence, technical implementation logic, and handover guidance.”</a:t>
            </a:r>
            <a:endParaRPr lang="en-US" sz="1600" dirty="0"/>
          </a:p>
        </p:txBody>
      </p:sp>
      <p:sp>
        <p:nvSpPr>
          <p:cNvPr id="35" name="Text 33">
            <a:hlinkClick r:id="rId9"/>
          </p:cNvPr>
          <p:cNvSpPr/>
          <p:nvPr/>
        </p:nvSpPr>
        <p:spPr>
          <a:xfrm>
            <a:off x="5806440" y="3561588"/>
            <a:ext cx="2240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 Mockup</a:t>
            </a:r>
            <a:endParaRPr lang="en-US" sz="1400" dirty="0"/>
          </a:p>
          <a:p>
            <a:pPr marL="0" indent="0" algn="l">
              <a:buNone/>
            </a:pPr>
            <a:r>
              <a:rPr lang="en-US" sz="1400" u="sng" dirty="0">
                <a:solidFill>
                  <a:srgbClr val="7B4F1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0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Static prototype mockup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226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Adelaide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Kavisha Product Review Evidence Hub</dc:title>
  <dc:subject>Product Review Evidence Hub</dc:subject>
  <dc:creator>Kavisha Nawanjani Sudusinghe</dc:creator>
  <cp:lastModifiedBy>Kavisha Nawanjani Sudusinghe (Student)</cp:lastModifiedBy>
  <cp:revision>3</cp:revision>
  <dcterms:created xsi:type="dcterms:W3CDTF">2026-06-10T05:42:26Z</dcterms:created>
  <dcterms:modified xsi:type="dcterms:W3CDTF">2026-06-10T12:46:00Z</dcterms:modified>
</cp:coreProperties>
</file>